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C69F53"/>
                </a:solidFill>
                <a:latin typeface="Aptos"/>
              </a:rPr>
              <a:t>PHILIPPINE JOCKEY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955279" cy="1371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Product flows
&amp; page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71323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DCE8E0"/>
                </a:solidFill>
                <a:latin typeface="Aptos"/>
              </a:rPr>
              <a:t>A walkthrough of the mobile app and web experience—from sign-in to race day, bets, results, and account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736592"/>
            <a:ext cx="3108960" cy="502920"/>
          </a:xfrm>
          <a:prstGeom prst="roundRect">
            <a:avLst>
              <a:gd name="adj" fmla="val 12000"/>
            </a:avLst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773168"/>
            <a:ext cx="283464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APP + WEB · DEMO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63056"/>
            <a:ext cx="82296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0">
                <a:solidFill>
                  <a:srgbClr val="DCE8E0"/>
                </a:solidFill>
                <a:latin typeface="Aptos"/>
              </a:rPr>
              <a:t>Product overview · October 2026 · Currency: PHP (₱)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What the product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18488"/>
            <a:ext cx="320954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Discover racing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93391"/>
            <a:ext cx="3209544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Browse race days, clubs, race cards, horses, jockeys, tips, and live race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16002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18488"/>
            <a:ext cx="320954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Place demo bets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93391"/>
            <a:ext cx="3209544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Choose a race and game, select runners, set a stake, review the ticket, and see confirmation.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73152" cy="160020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618488"/>
            <a:ext cx="320954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Follow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93391"/>
            <a:ext cx="3209544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Check results, podiums, dividends, tickets, win notifications, favorites, and profile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697770"/>
                </a:solidFill>
                <a:latin typeface="Aptos"/>
              </a:rPr>
              <a:t>Designed as one racing experience across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77639"/>
            <a:ext cx="3416807" cy="77724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050791"/>
            <a:ext cx="3270503" cy="6309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Expo mobile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2607" y="4169663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5216" y="3977639"/>
            <a:ext cx="3416807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8368" y="4050791"/>
            <a:ext cx="3270503" cy="6309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0F3D30"/>
                </a:solidFill>
                <a:latin typeface="Aptos"/>
              </a:rPr>
              <a:t>Shared domain UI/data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2024" y="4169663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4632" y="3977639"/>
            <a:ext cx="3416807" cy="77724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7784" y="4050791"/>
            <a:ext cx="3270503" cy="6309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Next.js web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B27538"/>
                </a:solidFill>
                <a:latin typeface="Aptos"/>
              </a:rPr>
              <a:t>Important: this repository is a frontend demo. It currently uses mock data and simulated wallet/betting behavior; no real money is accepted or paid 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How people move through the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2489454" cy="841248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00784"/>
            <a:ext cx="2343150" cy="6949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Splash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181965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7862" y="1627632"/>
            <a:ext cx="248945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1014" y="1700784"/>
            <a:ext cx="2343150" cy="6949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6" y="181965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627632"/>
            <a:ext cx="248945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1700784"/>
            <a:ext cx="2343150" cy="6949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Welcome / Sign in / 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9378" y="181965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1986" y="1627632"/>
            <a:ext cx="2489454" cy="841248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5138" y="1700784"/>
            <a:ext cx="2343150" cy="6949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Home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52120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B27538"/>
                </a:solidFill>
                <a:latin typeface="Aptos"/>
              </a:rPr>
              <a:t>PRIMARY APP TABS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82112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91256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182112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Dashboard, live feature, today's races, shortcuts, My Bets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12463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703320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Meeting calendar, clubs, filters, race cards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24528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33672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224528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Stream preview, updates, entries, totalizer, available games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45736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754879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745736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Official/provisional/cancelled result list and details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266944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276088"/>
            <a:ext cx="795528" cy="32918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266944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Demo balance, edit profile, history, favorites, notifications, settings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2788920"/>
            <a:ext cx="489204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2788920"/>
            <a:ext cx="73152" cy="26517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2898648"/>
            <a:ext cx="458114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Shared secondary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3273552"/>
            <a:ext cx="4581144" cy="20848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Race detail and entries
Bet selection and cart
Review and confirmation
Ticket detail and betting history
Horse / jockey / club profiles
Games, guides, rewards, totalizer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1 · Account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Splash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8841" y="183794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1449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4601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491" y="183794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7099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0251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Welcome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0140" y="183794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2748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900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Log in or sign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5790" y="183794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398" y="1645920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1550" y="1719072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52120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73152" cy="201168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172968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Sign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547872"/>
            <a:ext cx="490118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Collects first name, last name, email, mobile, and password. The demo creates a client-side session and sample account.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063240"/>
            <a:ext cx="52120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063240"/>
            <a:ext cx="73152" cy="201168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172968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Sign in / sign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547872"/>
            <a:ext cx="490118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Sign in opens the app session. Profile offers log out. Auth routes are shared by mobile and web; current demo mode can bypass authentication.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97770"/>
                </a:solidFill>
                <a:latin typeface="Aptos"/>
              </a:rPr>
              <a:t>Routes: /splash · /(onboarding)/onboarding · /(auth)/welcome · /(auth)/login · /(auth)/signup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2 · Dashboard to race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884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1449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4601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Race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49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7099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0251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Choose date /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014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2748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900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Race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579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398" y="1691640"/>
            <a:ext cx="1933041" cy="89611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1550" y="1764792"/>
            <a:ext cx="1786737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Entries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7180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73152" cy="201168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08152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Dashboard entry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456432"/>
            <a:ext cx="316382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Live race feature
Today's race cards
Promoted games
My Bets
Shortcuts to guides and utilities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97180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971800"/>
            <a:ext cx="73152" cy="201168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08152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Race 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456432"/>
            <a:ext cx="316382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Pick a meeting date and racing club. Filter by race status or search. Tap a card to inspect the race.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297180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2971800"/>
            <a:ext cx="73152" cy="201168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308152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Race detail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3456432"/>
            <a:ext cx="3163824" cy="1444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See venue, race conditions, entries, participants, game markets, tips, and routes into betting.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0">
                <a:solidFill>
                  <a:srgbClr val="697770"/>
                </a:solidFill>
                <a:latin typeface="Aptos"/>
              </a:rPr>
              <a:t>Routes: /(tabs)/index · /(tabs)/races · /race/[id] · /race/[id]/entries · /horse/[id] · /jockey/[id] · /club/[slug]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3 · Place a demo bet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2941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5549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8701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2691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65299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8451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Runner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2441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55049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8201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Bet 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2190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4798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7950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1940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34548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7700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F3D30"/>
                </a:solidFill>
                <a:latin typeface="Aptos"/>
              </a:rPr>
              <a:t>Confirmation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1690" y="1865376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4298" y="1673352"/>
            <a:ext cx="12971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97450" y="1746504"/>
            <a:ext cx="11508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Ticket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01752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017520"/>
            <a:ext cx="73152" cy="20574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12724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1 · 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502152"/>
            <a:ext cx="316382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Choose a race and supported market (WIN, PLACE, FORECAST, TRIFECTA, and others). Select runner(s) and enter a stake.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01752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017520"/>
            <a:ext cx="73152" cy="20574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312724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2 ·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02152"/>
            <a:ext cx="316382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Review the selection, stake, and ticket summary before submitting. This is a simulated play-money action.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01752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017520"/>
            <a:ext cx="73152" cy="205740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3127248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3 ·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3502152"/>
            <a:ext cx="316382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The app shows a confirmation and ticket details; tickets can be revisited from My Bets / Betting History.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39496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97770"/>
                </a:solidFill>
                <a:latin typeface="Aptos"/>
              </a:rPr>
              <a:t>Routes: /selection/[id] · /bet-cart · /review · /bet-complete · /ticket/[id] · /betting-history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4 · Live race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Live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8841" y="192938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1449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4601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Stream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491" y="192938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7099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0251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Live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0140" y="192938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2748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900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Entries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5790" y="192938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398" y="1737360"/>
            <a:ext cx="1933041" cy="86868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1550" y="1810512"/>
            <a:ext cx="1786737" cy="7223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Totalizer / games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51663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73152" cy="210312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172968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Live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547872"/>
            <a:ext cx="4855464" cy="15361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The live tab shows the featured race, a stream preview, update link, race entries, totalizer, and available games. The included stream is demo content.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063240"/>
            <a:ext cx="51663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063240"/>
            <a:ext cx="73152" cy="210312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172968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Pools and markets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547872"/>
            <a:ext cx="4855464" cy="15361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Totalizer pages show sample pool/dividend information. Games routes explain available bet types and can start a selection 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13248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0">
                <a:solidFill>
                  <a:srgbClr val="697770"/>
                </a:solidFill>
                <a:latin typeface="Aptos"/>
              </a:rPr>
              <a:t>Routes: /(tabs)/live · /live/stream · /live/updates · /totalizer/[id] · /totalizer/pool/[id] · /totalizer/dividend/[id] · /games · /games/[id]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5 · Race result to winner notification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Results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8841" y="1911095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1449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4601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Result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491" y="1911095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7099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0251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Match ticket to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0140" y="1911095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2748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900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Win notice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5790" y="1911095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398" y="1719072"/>
            <a:ext cx="1933041" cy="91440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1550" y="1792224"/>
            <a:ext cx="1786737" cy="7680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Profile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51663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73152" cy="20574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172968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Result 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547872"/>
            <a:ext cx="485546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Users can inspect official placements, podium, winning time, dividends, race summary, and horse/jockey profiles.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063240"/>
            <a:ext cx="51663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063240"/>
            <a:ext cx="73152" cy="20574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172968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Bet win 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547872"/>
            <a:ext cx="4855464" cy="1490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When official results are compared with the user's saved tickets, the demo can create a notification describing a winning ticket and its simulated return.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42416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97770"/>
                </a:solidFill>
                <a:latin typeface="Aptos"/>
              </a:rPr>
              <a:t>Routes: /(tabs)/results · /result/[id] · /notifications · /ticket/[id]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Flow 6 · Profile and account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00784"/>
            <a:ext cx="2489454" cy="89611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73936"/>
            <a:ext cx="234315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1892808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7862" y="1700784"/>
            <a:ext cx="2489454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1014" y="1773936"/>
            <a:ext cx="234315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Choose account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6" y="1892808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700784"/>
            <a:ext cx="2489454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6" y="1773936"/>
            <a:ext cx="234315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Edit /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9378" y="1892808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1986" y="1700784"/>
            <a:ext cx="2489454" cy="89611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5138" y="1773936"/>
            <a:ext cx="234315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Return to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73152" cy="11430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0815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0F3D30"/>
                </a:solidFill>
                <a:latin typeface="Aptos"/>
              </a:rPr>
              <a:t>Balance &amp; withdrawal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4564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Displays a demo balance. Withdrawal is not processed.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9718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971800"/>
            <a:ext cx="73152" cy="11430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0815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C69F53"/>
                </a:solidFill>
                <a:latin typeface="Aptos"/>
              </a:rPr>
              <a:t>Betting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4564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View tickets and their current demo status.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9718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971800"/>
            <a:ext cx="73152" cy="11430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0815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0F3D30"/>
                </a:solidFill>
                <a:latin typeface="Aptos"/>
              </a:rPr>
              <a:t>Favorites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4564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Save and revisit horses or contenders.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434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343400"/>
            <a:ext cx="73152" cy="114300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4531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C69F53"/>
                </a:solidFill>
                <a:latin typeface="Aptos"/>
              </a:rPr>
              <a:t>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8280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Review updates and simulated bet-win notices.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34340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4343400"/>
            <a:ext cx="73152" cy="114300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1" y="4453128"/>
            <a:ext cx="311810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0F3D30"/>
                </a:solidFill>
                <a:latin typeface="Aptos"/>
              </a:rPr>
              <a:t>Settings &amp; profile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1" y="4828032"/>
            <a:ext cx="3118104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1D2B27"/>
                </a:solidFill>
                <a:latin typeface="Aptos"/>
              </a:rPr>
              <a:t>Edit basic profile details and account preferences.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97880"/>
            <a:ext cx="104241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0">
                <a:solidFill>
                  <a:srgbClr val="697770"/>
                </a:solidFill>
                <a:latin typeface="Aptos"/>
              </a:rPr>
              <a:t>Routes: /(tabs)/profile · /withdraw · /edit-profile · /settings · /favorites · /betting-history · /notifications · /rewards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Mobile app · Page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73152" cy="128016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0F3D30"/>
                </a:solidFill>
                <a:latin typeface="Aptos"/>
              </a:rPr>
              <a:t>Entry &amp;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Splash · Onboarding · Welcome · Login · 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8132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81328"/>
            <a:ext cx="73152" cy="12801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59105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C69F53"/>
                </a:solidFill>
                <a:latin typeface="Aptos"/>
              </a:rPr>
              <a:t>Main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6596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Home · Races · Live · Results ·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9008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90088"/>
            <a:ext cx="73152" cy="128016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09981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C5645"/>
                </a:solidFill>
                <a:latin typeface="Aptos"/>
              </a:rPr>
              <a:t>Racing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47472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Race detail · Entries · Result detail · Horse profile/statistics · Jockey profile/statistics · Club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9008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990088"/>
            <a:ext cx="73152" cy="128016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309981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0F3D30"/>
                </a:solidFill>
                <a:latin typeface="Aptos"/>
              </a:rPr>
              <a:t>Betting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47472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Selection · Bet cart · Review · Bet complete · Ticket detail · Betting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9884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498848"/>
            <a:ext cx="73152" cy="12801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60857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C69F53"/>
                </a:solidFill>
                <a:latin typeface="Aptos"/>
              </a:rPr>
              <a:t>Live &amp; 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98348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Live updates · Stream · Games · Game detail · Racing guide · JockeyPH guide · Contender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98848"/>
            <a:ext cx="52120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498848"/>
            <a:ext cx="73152" cy="1280160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1" y="4608576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C5645"/>
                </a:solidFill>
                <a:latin typeface="Aptos"/>
              </a:rPr>
              <a:t>Account &amp; pools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983480"/>
            <a:ext cx="4901184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Notifications · Settings · Edit profile · Rewards · Withdraw · Totalizer · Pool · Dividend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Web app · Page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3152" cy="1353312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64207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Public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39112"/>
            <a:ext cx="4901184" cy="7863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Login · Register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73152" cy="1353312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64207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Dashboard and racing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39112"/>
            <a:ext cx="4901184" cy="7863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Dashboard · Races · Race detail · Entries · Results · Result detail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73152" cy="1353312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64408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Betting and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639312"/>
            <a:ext cx="4901184" cy="7863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Selection · Bet cart · Review · Bet complete · Betting history · Live · Stream · Updates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353312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264408"/>
            <a:ext cx="49011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Profile and 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39312"/>
            <a:ext cx="4901184" cy="7863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D2B27"/>
                </a:solidFill>
                <a:latin typeface="Aptos"/>
              </a:rPr>
              <a:t>Profile · Edit profile · Settings · Notifications · Favorites · Rewards · Withdraw · Games · Guides · Totalizer · Horse/jockey/club pages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024128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Web dashboard navigation includes Home, Races, Race Program &amp; Tips, JockeyPH Guide, Live, Results, and Profile. A mobile tab bar supports small screens.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Data, wallet, and integration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36192"/>
            <a:ext cx="73152" cy="1874519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45919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Current demo seam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20824"/>
            <a:ext cx="3163824" cy="13075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Screens call a shared API client. Mock mode provides local sample races, results, tickets, and profile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36192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36192"/>
            <a:ext cx="73152" cy="1874519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Demo wallet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20824"/>
            <a:ext cx="3163824" cy="13075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Balance is sample UI state. Bet placement, winnings, and withdrawals do not move real funds or connect to a live ledger.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36192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36192"/>
            <a:ext cx="73152" cy="1874519"/>
          </a:xfrm>
          <a:prstGeom prst="rect">
            <a:avLst/>
          </a:prstGeom>
          <a:solidFill>
            <a:srgbClr val="1C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645919"/>
            <a:ext cx="316382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1C5645"/>
                </a:solidFill>
                <a:latin typeface="Aptos"/>
              </a:rPr>
              <a:t>Future Django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020824"/>
            <a:ext cx="3163824" cy="13075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1D2B27"/>
                </a:solidFill>
                <a:latin typeface="Aptos"/>
              </a:rPr>
              <a:t>A contract documents expected endpoints, but the backend must implement, secure, and connect persistence before data is database-backed.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69080"/>
            <a:ext cx="2489454" cy="8229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142232"/>
            <a:ext cx="2343150" cy="6766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Frontend mock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5254" y="426110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7862" y="4069080"/>
            <a:ext cx="2489454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1014" y="4142232"/>
            <a:ext cx="2343150" cy="6766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API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7316" y="426110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9924" y="4069080"/>
            <a:ext cx="2489454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4142232"/>
            <a:ext cx="2343150" cy="6766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0F3D30"/>
                </a:solidFill>
                <a:latin typeface="Aptos"/>
              </a:rPr>
              <a:t>Django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9378" y="426110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1986" y="4069080"/>
            <a:ext cx="2489454" cy="822960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5138" y="4142232"/>
            <a:ext cx="2343150" cy="6766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Database + ledger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30368"/>
            <a:ext cx="102412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B27538"/>
                </a:solidFill>
                <a:latin typeface="Aptos"/>
              </a:rPr>
              <a:t>A real wallet requires server-side balance and immutable transaction records, authenticated APIs, idempotent operations, and reconciliation. Do not trust client-side balance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B27538"/>
                </a:solidFill>
                <a:latin typeface="Aptos"/>
              </a:rPr>
              <a:t>PHILIPPINE JOCKEY  / 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0F3D30"/>
                </a:solidFill>
                <a:latin typeface="Aptos"/>
              </a:rPr>
              <a:t>The complete customer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61288"/>
            <a:ext cx="11155680" cy="2286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697770"/>
                </a:solidFill>
                <a:latin typeface="Aptos"/>
              </a:rPr>
              <a:t>Play-money demo · Mobile app and web · Philippine Peso (₱)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97770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Sign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294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5549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8701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Discover a 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269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65299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8451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Study runners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2441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55049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8201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Place a demo bet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219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4798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7950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Follow live 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194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34548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7700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F3D30"/>
                </a:solidFill>
                <a:latin typeface="Aptos"/>
              </a:rPr>
              <a:t>Check official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1690" y="1883664"/>
            <a:ext cx="292608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C69F53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4298" y="1691640"/>
            <a:ext cx="1297141" cy="987552"/>
          </a:xfrm>
          <a:prstGeom prst="roundRect">
            <a:avLst>
              <a:gd name="adj" fmla="val 12000"/>
            </a:avLst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97450" y="1764792"/>
            <a:ext cx="1150837" cy="8412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Review ticket &amp; notice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246120"/>
            <a:ext cx="49834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3246120"/>
            <a:ext cx="73152" cy="1783080"/>
          </a:xfrm>
          <a:prstGeom prst="rect">
            <a:avLst/>
          </a:prstGeom>
          <a:solidFill>
            <a:srgbClr val="0F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355848"/>
            <a:ext cx="46725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0F3D30"/>
                </a:solidFill>
                <a:latin typeface="Aptos"/>
              </a:rPr>
              <a:t>User 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3730752"/>
            <a:ext cx="4672584" cy="12161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One connected journey links discovery, runner information, a bet ticket, race coverage, result detail, and follow-up notification.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246120"/>
            <a:ext cx="49834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3246120"/>
            <a:ext cx="73152" cy="1783080"/>
          </a:xfrm>
          <a:prstGeom prst="rect">
            <a:avLst/>
          </a:prstGeom>
          <a:solidFill>
            <a:srgbClr val="C6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3355848"/>
            <a:ext cx="4672584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C69F53"/>
                </a:solidFill>
                <a:latin typeface="Aptos"/>
              </a:rPr>
              <a:t>Product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730752"/>
            <a:ext cx="4672584" cy="12161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1D2B27"/>
                </a:solidFill>
                <a:latin typeface="Aptos"/>
              </a:rPr>
              <a:t>The current implementation demonstrates the experience with mock data and play-money values. Database persistence and real payment processing are future backend work.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53212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0F3D30"/>
                </a:solidFill>
                <a:latin typeface="Aptos"/>
              </a:rPr>
              <a:t>Thank you · Philippine Jockey · App +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